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/>
            </a:pPr>
            <a:r>
              <a:t>Sistema de Gestión Humana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Colbeef · Python Flask &amp; MySQL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Sistema web interno para la gestión de recursos humanos de Colbeef.</a:t>
            </a:r>
          </a:p>
          <a:p>
            <a:pPr>
              <a:defRPr sz="1400">
                <a:solidFill/>
              </a:defRPr>
            </a:pPr>
            <a:r>
              <a:t>Centraliza: personal, organización, familia, eventos, permisos y vacaciones.</a:t>
            </a:r>
          </a:p>
          <a:p>
            <a:pPr>
              <a:defRPr sz="1400">
                <a:solidFill/>
              </a:defRPr>
            </a:pPr>
            <a:r>
              <a:t>Múltiples roles (Coordinación GH, Gestor Contratación, Bienestar, Nómina, SST, Admin).</a:t>
            </a:r>
          </a:p>
          <a:p>
            <a:pPr>
              <a:defRPr sz="1400">
                <a:solidFill/>
              </a:defRPr>
            </a:pPr>
            <a:r>
              <a:t>Portal del empleado para solicitar permisos y consultar sus solicitudes.</a:t>
            </a:r>
          </a:p>
          <a:p>
            <a:pPr>
              <a:defRPr sz="1400">
                <a:solidFill/>
              </a:defRPr>
            </a:pPr>
            <a:r>
              <a:t>Notificaciones por correo y firma digital sobre el formato de permiso aprobado.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Digitalizar procesos de Gestión Humana (permisos, licencias, vacaciones).</a:t>
            </a:r>
          </a:p>
          <a:p>
            <a:pPr>
              <a:defRPr sz="1400">
                <a:solidFill/>
              </a:defRPr>
            </a:pPr>
            <a:r>
              <a:t>Dar visibilidad a la coordinación sobre solicitudes y evidencia adjunta.</a:t>
            </a:r>
          </a:p>
          <a:p>
            <a:pPr>
              <a:defRPr sz="1400">
                <a:solidFill/>
              </a:defRPr>
            </a:pPr>
            <a:r>
              <a:t>Notificar por correo a coordinación, gestor y empleado en cada paso.</a:t>
            </a:r>
          </a:p>
          <a:p>
            <a:pPr>
              <a:defRPr sz="1400">
                <a:solidFill/>
              </a:defRPr>
            </a:pPr>
            <a:r>
              <a:t>Mantener trazabilidad (auditoría, quién aprobó/rechazó y cuándo).</a:t>
            </a:r>
          </a:p>
          <a:p>
            <a:pPr>
              <a:defRPr sz="1400">
                <a:solidFill/>
              </a:defRPr>
            </a:pPr>
            <a:r>
              <a:t>Permitir consulta por parte del empleado (mis solicitudes, estado).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Tecnologías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Backend: Python 3.10+, Flask.</a:t>
            </a:r>
          </a:p>
          <a:p>
            <a:pPr>
              <a:defRPr sz="1400">
                <a:solidFill/>
              </a:defRPr>
            </a:pPr>
            <a:r>
              <a:t>Base de datos: MySQL (gestio_humana).</a:t>
            </a:r>
          </a:p>
          <a:p>
            <a:pPr>
              <a:defRPr sz="1400">
                <a:solidFill/>
              </a:defRPr>
            </a:pPr>
            <a:r>
              <a:t>Frontend: HTML/CSS/JS, plantillas Jinja2.</a:t>
            </a:r>
          </a:p>
          <a:p>
            <a:pPr>
              <a:defRPr sz="1400">
                <a:solidFill/>
              </a:defRPr>
            </a:pPr>
            <a:r>
              <a:t>Correo: SMTP (mail Colbeef) para notificaciones.</a:t>
            </a:r>
          </a:p>
          <a:p>
            <a:pPr>
              <a:defRPr sz="1400">
                <a:solidFill/>
              </a:defRPr>
            </a:pPr>
            <a:r>
              <a:t>PDF: pypdf, reportlab, Pillow (firma digital sobre formato de permiso).</a:t>
            </a:r>
          </a:p>
          <a:p>
            <a:pPr>
              <a:defRPr sz="1400">
                <a:solidFill/>
              </a:defRPr>
            </a:pPr>
            <a:r>
              <a:t>Despliegue: Waitress (producción) o servidor de desarrollo Flask.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Módulos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Organización: departamentos, áreas, perfiles ocupacionales.</a:t>
            </a:r>
          </a:p>
          <a:p>
            <a:pPr>
              <a:defRPr sz="1400">
                <a:solidFill/>
              </a:defRPr>
            </a:pPr>
            <a:r>
              <a:t>Personal: empleados activos/inactivos, fichas, retiro.</a:t>
            </a:r>
          </a:p>
          <a:p>
            <a:pPr>
              <a:defRPr sz="1400">
                <a:solidFill/>
              </a:defRPr>
            </a:pPr>
            <a:r>
              <a:t>Familia: hijos activos/inactivos.</a:t>
            </a:r>
          </a:p>
          <a:p>
            <a:pPr>
              <a:defRPr sz="1400">
                <a:solidFill/>
              </a:defRPr>
            </a:pPr>
            <a:r>
              <a:t>Eventos: cumpleaños, aniversario laboral.</a:t>
            </a:r>
          </a:p>
          <a:p>
            <a:pPr>
              <a:defRPr sz="1400">
                <a:solidFill/>
              </a:defRPr>
            </a:pPr>
            <a:r>
              <a:t>EPS y fondos de pensiones.</a:t>
            </a:r>
          </a:p>
          <a:p>
            <a:pPr>
              <a:defRPr sz="1400">
                <a:solidFill/>
              </a:defRPr>
            </a:pPr>
            <a:r>
              <a:t>Reportes y exportación a Excel.</a:t>
            </a:r>
          </a:p>
          <a:p>
            <a:pPr>
              <a:defRPr sz="1400">
                <a:solidFill/>
              </a:defRPr>
            </a:pPr>
            <a:r>
              <a:t>Permisos y licencias: solicitud, aprobación, evidencia, firma.</a:t>
            </a:r>
          </a:p>
          <a:p>
            <a:pPr>
              <a:defRPr sz="1400">
                <a:solidFill/>
              </a:defRPr>
            </a:pPr>
            <a:r>
              <a:t>Vacaciones: solicitud y resolución.</a:t>
            </a:r>
          </a:p>
          <a:p>
            <a:pPr>
              <a:defRPr sz="1400">
                <a:solidFill/>
              </a:defRPr>
            </a:pPr>
            <a:r>
              <a:t>Admin: usuarios, roles, módulos visibles por rol.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Flujo de permisos / licencias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Empleado (o gestor en su nombre) llena el formato GH-FR-007 en la web.</a:t>
            </a:r>
          </a:p>
          <a:p>
            <a:pPr>
              <a:defRPr sz="1400">
                <a:solidFill/>
              </a:defRPr>
            </a:pPr>
            <a:r>
              <a:t>Si es no remunerado: adjunta evidencia (PDF o imagen).</a:t>
            </a:r>
          </a:p>
          <a:p>
            <a:pPr>
              <a:defRPr sz="1400">
                <a:solidFill/>
              </a:defRPr>
            </a:pPr>
            <a:r>
              <a:t>Correo a Coordinación GH y a Gestión Humana (informativa) y a Gestor de Contratación.</a:t>
            </a:r>
          </a:p>
          <a:p>
            <a:pPr>
              <a:defRPr sz="1400">
                <a:solidFill/>
              </a:defRPr>
            </a:pPr>
            <a:r>
              <a:t>Coordinación revisa la solicitud y la evidencia (enlace «Ver evidencia» en la tarjeta).</a:t>
            </a:r>
          </a:p>
          <a:p>
            <a:pPr>
              <a:defRPr sz="1400">
                <a:solidFill/>
              </a:defRPr>
            </a:pPr>
            <a:r>
              <a:t>Coordinación aprueba o rechaza; opcionalmente agrega observaciones.</a:t>
            </a:r>
          </a:p>
          <a:p>
            <a:pPr>
              <a:defRPr sz="1400">
                <a:solidFill/>
              </a:defRPr>
            </a:pPr>
            <a:r>
              <a:t>Empleado recibe correo con el resultado; si hay evidencia PDF y firma configurada, se adjunta copia firmada.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Roles y permisos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ADMIN: acceso total, catálogos, usuarios.</a:t>
            </a:r>
          </a:p>
          <a:p>
            <a:pPr>
              <a:defRPr sz="1400">
                <a:solidFill/>
              </a:defRPr>
            </a:pPr>
            <a:r>
              <a:t>COORD. GH: mismo nivel que admin en operación; aprueba/rechaza permisos y vacaciones.</a:t>
            </a:r>
          </a:p>
          <a:p>
            <a:pPr>
              <a:defRPr sz="1400">
                <a:solidFill/>
              </a:defRPr>
            </a:pPr>
            <a:r>
              <a:t>GH INFORMADA: ve permisos y recibe notificaciones; no aprueba ni rechaza.</a:t>
            </a:r>
          </a:p>
          <a:p>
            <a:pPr>
              <a:defRPr sz="1400">
                <a:solidFill/>
              </a:defRPr>
            </a:pPr>
            <a:r>
              <a:t>GESTOR DE CONTRATACIÓN: personal, permisos (consulta y solicitudes).</a:t>
            </a:r>
          </a:p>
          <a:p>
            <a:pPr>
              <a:defRPr sz="1400">
                <a:solidFill/>
              </a:defRPr>
            </a:pPr>
            <a:r>
              <a:t>BIENESTAR SOCIAL, GESTOR DE NÓMINA, GESTOR SST: según módulos asignados (lectura/escritura).</a:t>
            </a:r>
          </a:p>
          <a:p>
            <a:pPr>
              <a:defRPr sz="1400">
                <a:solidFill/>
              </a:defRPr>
            </a:pPr>
            <a:r>
              <a:t>EMPLEADO: portal con solicitud de permiso y mis solicitudes.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Seguridad y buenas prácticas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Autenticación por sesión; cambio de clave obligatorio si se fuerza.</a:t>
            </a:r>
          </a:p>
          <a:p>
            <a:pPr>
              <a:defRPr sz="1400">
                <a:solidFill/>
              </a:defRPr>
            </a:pPr>
            <a:r>
              <a:t>Variables sensibles en .env (no en el repositorio): MySQL, SMTP, SECRET_KEY.</a:t>
            </a:r>
          </a:p>
          <a:p>
            <a:pPr>
              <a:defRPr sz="1400">
                <a:solidFill/>
              </a:defRPr>
            </a:pPr>
            <a:r>
              <a:t>Evidencia y archivos en instance/uploads; descarga solo con permiso del módulo.</a:t>
            </a:r>
          </a:p>
          <a:p>
            <a:pPr>
              <a:defRPr sz="1400">
                <a:solidFill/>
              </a:defRPr>
            </a:pPr>
            <a:r>
              <a:t>Registro de auditoría para acciones relevantes (aprobaciones, rechazos).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Resumen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>
                <a:solidFill/>
              </a:defRPr>
            </a:pPr>
            <a:r>
              <a:t>Sistema listo para uso en Colbeef: permisos, notificaciones, evidencia y firma digital.</a:t>
            </a:r>
          </a:p>
          <a:p>
            <a:pPr>
              <a:defRPr sz="1400">
                <a:solidFill/>
              </a:defRPr>
            </a:pPr>
            <a:r>
              <a:t>Escalable a más módulos y roles según necesidad.</a:t>
            </a:r>
          </a:p>
          <a:p>
            <a:pPr>
              <a:defRPr sz="1400">
                <a:solidFill/>
              </a:defRPr>
            </a:pPr>
            <a:r>
              <a:t>Documentación e instalación en README y scripts de base de datos en /database.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Sistema de Gestión Humana – Colbeef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